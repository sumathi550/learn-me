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DB6-AAA3-4BBB-B3AB-ADE5537B2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359972"/>
          </a:xfrm>
        </p:spPr>
        <p:txBody>
          <a:bodyPr/>
          <a:lstStyle/>
          <a:p>
            <a:r>
              <a:rPr lang="en-US" b="1" dirty="0" err="1"/>
              <a:t>LearnMe</a:t>
            </a:r>
            <a:r>
              <a:rPr lang="en-US" b="1" dirty="0"/>
              <a:t> – AI Learning Platform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D07A2-C961-48B4-A2F2-67E0FEDDD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459706"/>
            <a:ext cx="8825658" cy="930442"/>
          </a:xfrm>
        </p:spPr>
        <p:txBody>
          <a:bodyPr>
            <a:normAutofit/>
          </a:bodyPr>
          <a:lstStyle/>
          <a:p>
            <a:r>
              <a:rPr lang="en-US" dirty="0"/>
              <a:t>Learn Me is a simple AI-powered learning platform where users can take quizzes, improve their skills, and earn certificates by passing courses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31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5F8B-748F-4ED6-A6C4-0E2A8500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Need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CB1067-A07A-4004-ABD6-FD19BA71A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300" y="2849177"/>
            <a:ext cx="1153494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an interactive platform where learners can assess their knowledge through quizzes after completing each module.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students evaluate their learning progress and identify areas that need improvement.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a structured learning experience by combining AI courses with self-assessment quizzes.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learners to track their performance and build confidence through regular evaluations. </a:t>
            </a:r>
          </a:p>
        </p:txBody>
      </p:sp>
    </p:spTree>
    <p:extLst>
      <p:ext uri="{BB962C8B-B14F-4D97-AF65-F5344CB8AC3E}">
        <p14:creationId xmlns:p14="http://schemas.microsoft.com/office/powerpoint/2010/main" val="78080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09B7-7E72-4F62-AB4E-F7224186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Addressed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878B1-2584-436D-906B-4DAC6CCE5C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240" y="2488861"/>
            <a:ext cx="116281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struggle to find a clear and structured roadmap for learning Artificial Intelligence.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materials are scattered across multiple platforms, making it difficult to stay organized.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platforms do not provide quizzes or assessments to evaluate learners' understanding.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 find it difficult to track their progress and identify their strengths and weaknesses. </a:t>
            </a:r>
          </a:p>
        </p:txBody>
      </p:sp>
    </p:spTree>
    <p:extLst>
      <p:ext uri="{BB962C8B-B14F-4D97-AF65-F5344CB8AC3E}">
        <p14:creationId xmlns:p14="http://schemas.microsoft.com/office/powerpoint/2010/main" val="86835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CD00-D89A-4E7A-AC4B-BA932EA4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817" y="866988"/>
            <a:ext cx="8761413" cy="706964"/>
          </a:xfrm>
        </p:spPr>
        <p:txBody>
          <a:bodyPr/>
          <a:lstStyle/>
          <a:p>
            <a:r>
              <a:rPr lang="en-IN" dirty="0"/>
              <a:t>Technology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37BC35-F6A5-41E4-9603-3B4479CBD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161295"/>
              </p:ext>
            </p:extLst>
          </p:nvPr>
        </p:nvGraphicFramePr>
        <p:xfrm>
          <a:off x="1011816" y="7482840"/>
          <a:ext cx="5571864" cy="16408036"/>
        </p:xfrm>
        <a:graphic>
          <a:graphicData uri="http://schemas.openxmlformats.org/drawingml/2006/table">
            <a:tbl>
              <a:tblPr/>
              <a:tblGrid>
                <a:gridCol w="2785932">
                  <a:extLst>
                    <a:ext uri="{9D8B030D-6E8A-4147-A177-3AD203B41FA5}">
                      <a16:colId xmlns:a16="http://schemas.microsoft.com/office/drawing/2014/main" val="1517635819"/>
                    </a:ext>
                  </a:extLst>
                </a:gridCol>
                <a:gridCol w="2785932">
                  <a:extLst>
                    <a:ext uri="{9D8B030D-6E8A-4147-A177-3AD203B41FA5}">
                      <a16:colId xmlns:a16="http://schemas.microsoft.com/office/drawing/2014/main" val="3587144705"/>
                    </a:ext>
                  </a:extLst>
                </a:gridCol>
              </a:tblGrid>
              <a:tr h="13012760">
                <a:tc>
                  <a:txBody>
                    <a:bodyPr/>
                    <a:lstStyle/>
                    <a:p>
                      <a:pPr algn="just"/>
                      <a:endParaRPr lang="en-IN" sz="2400" dirty="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IN" sz="2400" dirty="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930069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679163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257398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 dirty="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622491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76032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213270"/>
                  </a:ext>
                </a:extLst>
              </a:tr>
              <a:tr h="340579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116790"/>
                  </a:ext>
                </a:extLst>
              </a:tr>
              <a:tr h="424980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55671"/>
                  </a:ext>
                </a:extLst>
              </a:tr>
              <a:tr h="340579">
                <a:tc>
                  <a:txBody>
                    <a:bodyPr/>
                    <a:lstStyle/>
                    <a:p>
                      <a:pPr algn="just"/>
                      <a:endParaRPr lang="en-IN" sz="240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2400" dirty="0"/>
                    </a:p>
                  </a:txBody>
                  <a:tcPr marL="56938" marR="56938" marT="28469" marB="284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11883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15E8CA7-BC3E-4AC8-A6C9-2AB72BC7C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57" y="2908374"/>
            <a:ext cx="100829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HTML5:</a:t>
            </a:r>
            <a:r>
              <a:rPr lang="en-US" altLang="en-US" dirty="0">
                <a:latin typeface="Arial" panose="020B0604020202020204" pitchFamily="34" charset="0"/>
              </a:rPr>
              <a:t> Creates the basic structure of the website, including pages, forms, and content.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Designs the layout, colors, animations, and ensures the website is mobile-friendly.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quiz functionality, smooth navigation, and interactive user features.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Font Awesome: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professional icons for buttons and sections.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write, edit, and manage the project code.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GitHub: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track code changes and enables team collaboration.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Netlify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Publishes the website so users can access it from anywhere. </a:t>
            </a:r>
          </a:p>
        </p:txBody>
      </p:sp>
    </p:spTree>
    <p:extLst>
      <p:ext uri="{BB962C8B-B14F-4D97-AF65-F5344CB8AC3E}">
        <p14:creationId xmlns:p14="http://schemas.microsoft.com/office/powerpoint/2010/main" val="1735045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</TotalTime>
  <Words>251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LearnMe – AI Learning Platform</vt:lpstr>
      <vt:lpstr>Business Need</vt:lpstr>
      <vt:lpstr>Problem Addressed</vt:lpstr>
      <vt:lpstr>Technology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LearnMe – AI Learning Platform</dc:title>
  <dc:creator>HP</dc:creator>
  <cp:lastModifiedBy> </cp:lastModifiedBy>
  <cp:revision>5</cp:revision>
  <dcterms:created xsi:type="dcterms:W3CDTF">2026-08-06T10:11:15Z</dcterms:created>
  <dcterms:modified xsi:type="dcterms:W3CDTF">2026-08-06T10:49:15Z</dcterms:modified>
</cp:coreProperties>
</file>